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Мы сделали CRM для ИТ Школы Ростелекома: она ведёт работу с вузами от первого контакта до занятий и сама показывает,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не в том, чтобы завести ещё одну таблицу, а в том, чтобы система сама показывала, где работа встала.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первый экран КАМа. Шесть записей из трёхсот пятидесяти — те, где сегодня нужно что-то сделать.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Правила перехода проверяет сервер, а не интерфейс: кнопку можно спрятать, но обойти правило нельзя.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сигнал не ставится руками — иначе он врёт ровно в тот момент, когда нужен.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Жюри прямо спрашивало про ручные приоритеты. Мы их сделали, но не дали им подменить расчёт.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ответ на вопрос жюри про B2C: не отдельная система, а группа контрагентов со своим процессом.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схема связей со всеми участниками — в сопроводительной документации, здесь только суть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программно-аппаратной архитектуры целиком — в документации; здесь три слоя и то, что масштабируется.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Важнее самой цифры то, что на всех ступенях ноль ошибок: замедление лечится железом, отказ пришлось бы чинить.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Аттестуется контур заказчика, но архитектуру и меры смотрят уже сейчас — поэтому у каждой меры есть ссылка на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честно: стенда нет, потому что нет сервера. Всё остальное работает и проверяется командами из репозитория.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0116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 вузов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1089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E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контроля взаимодействия ИТ Школы Ростелекома с вузами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069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№6 · ЛЦТ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1206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Работающий прототип: 116 операций API, 379 тестов, демо-стенд на 351 записи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Работа есть, а картины нет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выглядит процесс, пока он живёт в таблицах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вузов в работе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— свои программы и продукты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61772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D4A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пути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поиска контактов до контроля занятий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46720" y="1920240"/>
            <a:ext cx="342900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21040" y="21031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9077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сигналов тревоги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2461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просрочку замечают, когда уже поздно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 за период собирают руками, и каждый раз по-своему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 и обучение живут в разных файлах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с сайта и данные из LMS никуда не приходят сами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Радар: экран, с которого начинается день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Записи, которые требуют внимания сегодня — с причиной и сроком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rad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1600200"/>
            <a:ext cx="5760720" cy="3913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828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сигнала: просрочка этапа, истекающая лицензия, отсутствие документа, простой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Сигнал открывается и закрывается сам — ничего не нужно помечать руками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сигнала видно числа, по которым он построен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Пороги задаёт администратор, а не разработчик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Путь взаимодействия виден целиком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записи: этап, сроки, требования и история</a:t>
            </a:r>
            <a:endParaRPr lang="en-US" sz="1400" dirty="0"/>
          </a:p>
        </p:txBody>
      </p:sp>
      <p:pic>
        <p:nvPicPr>
          <p:cNvPr id="4" name="Image 0" descr="/Users/olegbragin/Desktop/hackaton/hackathon_2026/backend/app/help/images/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45920"/>
            <a:ext cx="5943600" cy="404164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0" y="178308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74650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и норма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60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дней на этапе при норме 14 — это и есть сигнал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0" y="283464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8580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360920" y="279806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перехода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360920" y="309067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подписанного договора — система не пустит дальше и скажет почему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858000" y="388620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85800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60920" y="384962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Возврат назад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14223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 бюрократический: у каждого шага вперёд есть обратный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858000" y="4937760"/>
            <a:ext cx="384048" cy="384048"/>
          </a:xfrm>
          <a:prstGeom prst="ellipse">
            <a:avLst/>
          </a:prstGeom>
          <a:solidFill>
            <a:srgbClr val="6D4A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858000" y="4937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360920" y="490118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только дозаписью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360920" y="51937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изменить прошлое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Четыре сигнала и ни одного ручного статуса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и пороги — в настройках администратора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Просрочка этапа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9280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дней на этапе больше нормы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92640" y="189280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0120" y="294436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Истекает лицензия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114800" y="294436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конца лицензии 60 дней и меньше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692640" y="29443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/ high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88620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399592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документа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99592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 требует документ, прошла половина нормы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0" y="399592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5047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Простой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5047488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переходов, заметок и файлов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504748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medium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Пересчёт идёт сразу после действия и полностью раз в сутки: запись получает сигнал сама, просто потому что прошло время.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Рейтинг, который можно объяснить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Заявки, обучающиеся и потоки — с вкладом каждой метрики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577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D4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Σ(вес × нормированное значение) / Σ(вес)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2316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Нормирование внутри направления: маленькое направление не проигрывает большому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Сумма вкладов равна баллу — видно, из чего он сложился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метрики за период — строка помечается неполной, а не проваливается вниз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внешних LLM: результат воспроизводим и проверяем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737360"/>
            <a:ext cx="4937760" cy="3200400"/>
          </a:xfrm>
          <a:prstGeom prst="roundRect">
            <a:avLst>
              <a:gd name="adj" fmla="val 342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03720" y="1965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Ручной приоритет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237744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 этом году продвигаем ИИ» — это решение человека, а не вывод из данных.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3108960"/>
            <a:ext cx="4297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Курс можно поднять вручную: приоритет 0–100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показа меняется, балл и место — нет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Изменение пишется в журнал аудита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Так видно, где расчёт, а где решение: рейтинг остаётся объяснимым.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Вузы и частные лица — разные процессы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контрагентов определяет путь записи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Вузы (B2B)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этапов из ТЗ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договор, лицензия, передача материалов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обучение преподавателей и ведение занятий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25780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0" y="2103120"/>
            <a:ext cx="2377440" cy="384048"/>
          </a:xfrm>
          <a:prstGeom prst="roundRect">
            <a:avLst>
              <a:gd name="adj" fmla="val 23810"/>
            </a:avLst>
          </a:prstGeom>
          <a:solidFill>
            <a:srgbClr val="E8590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2103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Частные лица (B2C)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6974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свой короткий путь: заявка → оплата → занятия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контрагент — человек или организация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продукт может быть не нужен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заводит новые группы сам: у каждой свой процесс, свои нормы и свой радар.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Обмен в обе стороны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— ядро процесса, а не ещё один справочник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обучающиеся, потоки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1B2140"/>
          </a:solidFill>
          <a:ln w="12700">
            <a:solidFill>
              <a:srgbClr val="1B214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Радар вузов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очередь обмена в той же транзакции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03920" y="2103120"/>
            <a:ext cx="3017520" cy="1463040"/>
          </a:xfrm>
          <a:prstGeom prst="roundRect">
            <a:avLst>
              <a:gd name="adj" fmla="val 8750"/>
            </a:avLst>
          </a:prstGeom>
          <a:solidFill>
            <a:srgbClr val="F3F4F8"/>
          </a:solidFill>
          <a:ln w="12700">
            <a:solidFill>
              <a:srgbClr val="D8DC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732520" y="22860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ИТ Школы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732520" y="2697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абитуриентов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03320" y="242316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6616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 flipH="1">
            <a:off x="3703320" y="306324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 flipH="1">
            <a:off x="7635240" y="2423160"/>
            <a:ext cx="777240" cy="237744"/>
          </a:xfrm>
          <a:prstGeom prst="rightArrow">
            <a:avLst/>
          </a:prstGeom>
          <a:solidFill>
            <a:srgbClr val="E8590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0" y="267004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35240" y="3063240"/>
            <a:ext cx="777240" cy="237744"/>
          </a:xfrm>
          <a:prstGeom prst="rightArrow">
            <a:avLst/>
          </a:prstGeom>
          <a:solidFill>
            <a:srgbClr val="6D4A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98080" y="331012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сама находит запись по вузу, программе и продукту; не нашлась — ждёт человека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Обратно уходит документ radar-vuzov/interaction@1: статус, ответственный, файлы, ключи связей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Отметка об отправке пишется в одной транзакции с изменением: откатилась — отправлять нечего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Получатель недоступен — повтор по расписанию, работа КАМа не ждёт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Из чего это собрано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сервер, docker compose, наружу только 80 и 443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6D4A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— TLS, статика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26 — вход и роли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— FastAPI, uvicorn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— arq, тот же образ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057400"/>
            <a:ext cx="1600200" cy="365760"/>
          </a:xfrm>
          <a:prstGeom prst="roundRect">
            <a:avLst>
              <a:gd name="adj" fmla="val 25000"/>
            </a:avLst>
          </a:prstGeom>
          <a:solidFill>
            <a:srgbClr val="1B21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Состояние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60604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99008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7413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(S3)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38912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60120" y="45720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Резервные копии раз в сутки: дамп базы и зеркало файлов из MinIO — в один том, с проверкой восстановления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44068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без состояния: масштабируется копиями за тем же nginx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Очереди захватываются арендой и SKIP LOCKED — вторая копия воркера не отправит то же дважды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на /api/docs, контракт в репозитории, расхождение ловит CI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Нагрузка измерена, а не обещана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на данных стенда: 299 записей, 96 вузов, 10 548 метрик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EEF6EE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пользователей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874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6E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386,59 мс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852160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порог 1 с ✓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0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21 048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60120" y="28986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пользователей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931920" y="2880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1,15 с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2926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упирается база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29260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24 996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012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пользователей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3886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1,87 с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копии API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ошибок из 40 872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108813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960120" y="49103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отчётов разом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931920" y="4892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204 мс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852160" y="4937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доходят до done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0" y="49377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цикл до 4,3 с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8978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не отказывает, а замедляется: узкое горлышко — база (420 % CPU против 6 % у Redis). План на 300+: разнести базу и приложение, PgBouncer, копии API и воркера, реплика для чтения.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326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152-ФЗ — не абзац в документе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Меры, у каждой из которых есть место в коде и тест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проверяет сервер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чужая запись — «не найдено», а не «нет прав»; тест на каждом методе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83680" y="1947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Персональные данные шифруются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31343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почта и телефон — Fernet; в списке адрес показан сокращённо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96012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Просмотр ПДн пишется в аудит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видно, кто и когда открывал контакт; журнал только дозаписью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20040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83680" y="3364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История не переписывается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373075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триггер базы запрещает UPDATE и DELETE переходов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Секреты — только в окружении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базе хранится имя переменной, а не сам токен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17720"/>
            <a:ext cx="5257800" cy="1234440"/>
          </a:xfrm>
          <a:prstGeom prst="roundRect">
            <a:avLst>
              <a:gd name="adj" fmla="val 8889"/>
            </a:avLst>
          </a:prstGeom>
          <a:solidFill>
            <a:srgbClr val="F3F4F8"/>
          </a:solidFill>
          <a:ln w="12700">
            <a:solidFill>
              <a:srgbClr val="E3E6EF"/>
            </a:solidFill>
            <a:prstDash val="solid"/>
          </a:ln>
          <a:effectLst>
            <a:outerShdw sx="100000" sy="100000" kx="0" ky="0" algn="bl" rotWithShape="0" blurRad="127000" dist="25400" dir="5400000">
              <a:srgbClr val="AAB0C0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83680" y="47823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 проверяются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148072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pip-audit и gitleaks в CI; известных уязвимостей нет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1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готово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Процесс, радар, отчёты, рейтинг, интеграции, уведомления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 операций на 102 путях API, контракт, 379 тестов, 46 таблиц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Руководства внутри продукта, диаграммы, разбор соответствия ТЗ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Демо-стенд на 351 записи поднимается одной командой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0" y="7315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590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дальше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400800" y="1463040"/>
            <a:ext cx="5120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Развернуть стенд: сервер и домен — единственное, чего нельзя закрыть кодом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Подключить оставшиеся экраны интерфейса по готовой постановке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D7D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Снять скриншоты новых экранов во встроенное руководство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E9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Репозиторий, документация и демо-стенд — по ссылке из заявки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669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Спасибо. Готовы показать вживую любой сценарий.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Радар вузов — кейс №6 ЛЦТ 2026</dc:title>
  <dc:subject>PptxGenJS Presentation</dc:subject>
  <dc:creator>Команда «Радар вузов»</dc:creator>
  <cp:lastModifiedBy>Команда «Радар вузов»</cp:lastModifiedBy>
  <cp:revision>1</cp:revision>
  <dcterms:created xsi:type="dcterms:W3CDTF">2026-09-27T02:04:53Z</dcterms:created>
  <dcterms:modified xsi:type="dcterms:W3CDTF">2026-09-27T02:04:53Z</dcterms:modified>
</cp:coreProperties>
</file>