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сделали CRM для ИТ Школы Ростелекома: она ведёт работу с вузами от первого контакта до занятий и сама показывает, где работа встала.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не в том, чтобы завести ещё одну таблицу, а в том, чтобы система сама показывала, где работа встала.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первый экран КАМа. Шесть записей из трёхсот пятидесяти — те, где сегодня нужно что-то сделать.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перехода проверяет сервер, а не интерфейс: кнопку можно спрятать, но обойти правило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один сигнал не ставится руками — иначе он врёт ровно в тот момент, когда нужен.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Жюри прямо спрашивало про ручные приоритеты. Мы их сделали, но не дали им подменить расчёт.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ответ на вопрос жюри про B2C: не отдельная система, а группа контрагентов со своим процессом.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схема связей со всеми участниками — в сопроводительной документации, здесь только суть обмена.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программно-аппаратной архитектуры целиком — в документации; здесь три слоя и то, что масштабируется.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Важнее самой цифры то, что на всех ступенях ноль ошибок: замедление лечится железом, отказ пришлось бы чинить.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Аттестуется контур заказчика, но архитектуру и меры смотрят уже сейчас — поэтому у каждой меры есть ссылка на код.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честно: стенда нет, потому что нет сервера. Всё остальное работает и проверяется командами из репозитория.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Радар вузов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1089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C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контроля взаимодействия ИТ Школы Ростелекома с вузами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№6 · ЛЦТ 2026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120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Работающий прототип: 116 операций API, 332 теста, демо-стенд на 351 записи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 есть, а картины нет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выглядит процесс, пока он живёт в таблицах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D4A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07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вузов в работе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— свои программы и продукты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7720" y="2103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D4A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907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этапов пути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поиска контактов до контроля занятий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21040" y="2103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907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сигналов тревоги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просрочку замечают, когда уже поздно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3434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за период собирают руками, и каждый раз по-своему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Договор, лицензия и обучение живут в разных файлах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с сайта и данные из LMS никуда не приходят сами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Радар: экран, с которого начинается день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Записи, которые требуют внимания сегодня — с причиной и сроком</a:t>
            </a:r>
            <a:endParaRPr lang="en-US" sz="1400" dirty="0"/>
          </a:p>
        </p:txBody>
      </p:sp>
      <p:pic>
        <p:nvPicPr>
          <p:cNvPr id="4" name="Image 0" descr="/Users/olegbragin/Desktop/hackaton/hackathon_2026/backend/app/help/images/rada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1600200"/>
            <a:ext cx="5760720" cy="3913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828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сигнала: просрочка этапа, истекающая лицензия, отсутствие документа, простой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 открывается и закрывается сам — ничего не нужно помечать руками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сигнала видно числа, по которым он построен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задаёт администратор, а не разработчик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 взаимодействия виден целиком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записи: этап, сроки, требования и история</a:t>
            </a:r>
            <a:endParaRPr lang="en-US" sz="1400" dirty="0"/>
          </a:p>
        </p:txBody>
      </p:sp>
      <p:pic>
        <p:nvPicPr>
          <p:cNvPr id="4" name="Image 0" descr="/Users/olegbragin/Desktop/hackaton/hackathon_2026/backend/app/help/images/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45920"/>
            <a:ext cx="5943600" cy="40416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78308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74650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и норма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60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дней на этапе при норме 14 — это и есть сигнал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0" y="283464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85800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60920" y="27980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перехода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60920" y="309067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подписанного договора — система не пустит дальше и скажет почему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58000" y="388620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580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60920" y="384962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назад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360920" y="414223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 бюрократический: у каждого шага вперёд есть обратный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0" y="493776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858000" y="4937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360920" y="490118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только дозаписью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60920" y="51937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базы запрещает изменить прошлое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 сигнала и ни одного ручного статуса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и пороги — в настройках администратора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Просрочка этапа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928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дней на этапе больше нормы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92640" y="18928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/ high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9443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Истекает лицензия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29443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конца лицензии 60 дней и меньше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92640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/ high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3995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документа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9959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требует документ, прошла половина нормы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0" y="39959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5047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Простой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50474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переходов, заметок и файлов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50474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/ medium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Пересчёт идёт сразу после действия и полностью раз в сутки: запись получает сигнал сама, просто потому что прошло время.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Рейтинг, который можно объяснить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Заявки, обучающиеся и потоки — с вкладом каждой метрики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577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4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Σ(вес × нормированное значение) / Σ(вес)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4231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Нормирование внутри направления: маленькое направление не проигрывает большому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вкладов равна баллу — видно, из чего он сложился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метрики за период — строка помечается неполной, а не проваливается вниз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Никаких внешних LLM: результат воспроизводим и проверяем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737360"/>
            <a:ext cx="4937760" cy="3200400"/>
          </a:xfrm>
          <a:prstGeom prst="roundRect">
            <a:avLst>
              <a:gd name="adj" fmla="val 342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90372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приоритет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23774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 этом году продвигаем ИИ» — это решение человека, а не вывод из данных.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310896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можно поднять вручную: приоритет 0–100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показа меняется, балл и место — нет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 пишется в журнал аудита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видно, где расчёт, а где решение: рейтинг остаётся объяснимым.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Вузы и частные лица — разные процессы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контрагентов определяет путь записи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03120"/>
            <a:ext cx="2377440" cy="384048"/>
          </a:xfrm>
          <a:prstGeom prst="roundRect">
            <a:avLst>
              <a:gd name="adj" fmla="val 23810"/>
            </a:avLst>
          </a:prstGeom>
          <a:solidFill>
            <a:srgbClr val="6D4A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103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Вузы (B2B)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6974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этапов из ТЗ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договор, лицензия, передача материалов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преподавателей и ведение занятий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25780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2103120"/>
            <a:ext cx="2377440" cy="384048"/>
          </a:xfrm>
          <a:prstGeom prst="roundRect">
            <a:avLst>
              <a:gd name="adj" fmla="val 23810"/>
            </a:avLst>
          </a:prstGeom>
          <a:solidFill>
            <a:srgbClr val="E8590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2103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Частные лица (B2C)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6974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короткий путь: заявка → оплата → занятия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контрагент — человек или организация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может быть не нужен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заводит новые группы сам: у каждой свой процесс, свои нормы и свой радар.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Обмен в обе стороны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— ядро процесса, а не ещё один справочник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017520" cy="1463040"/>
          </a:xfrm>
          <a:prstGeom prst="roundRect">
            <a:avLst>
              <a:gd name="adj" fmla="val 8750"/>
            </a:avLst>
          </a:prstGeom>
          <a:solidFill>
            <a:srgbClr val="F3F4F8"/>
          </a:solidFill>
          <a:ln w="12700">
            <a:solidFill>
              <a:srgbClr val="D8DC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обучающиеся, потоки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2103120"/>
            <a:ext cx="3017520" cy="1463040"/>
          </a:xfrm>
          <a:prstGeom prst="roundRect">
            <a:avLst>
              <a:gd name="adj" fmla="val 8750"/>
            </a:avLst>
          </a:prstGeom>
          <a:solidFill>
            <a:srgbClr val="1B2140"/>
          </a:solidFill>
          <a:ln w="12700">
            <a:solidFill>
              <a:srgbClr val="1B21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Радар вузов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697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обмена в той же транзакции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503920" y="2103120"/>
            <a:ext cx="3017520" cy="1463040"/>
          </a:xfrm>
          <a:prstGeom prst="roundRect">
            <a:avLst>
              <a:gd name="adj" fmla="val 8750"/>
            </a:avLst>
          </a:prstGeom>
          <a:solidFill>
            <a:srgbClr val="F3F4F8"/>
          </a:solidFill>
          <a:ln w="12700">
            <a:solidFill>
              <a:srgbClr val="D8DC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 ИТ Школы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732520" y="2697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абитуриентов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03320" y="2423160"/>
            <a:ext cx="777240" cy="237744"/>
          </a:xfrm>
          <a:prstGeom prst="rightArrow">
            <a:avLst/>
          </a:prstGeom>
          <a:solidFill>
            <a:srgbClr val="6D4A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66160" y="267004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 flipH="1">
            <a:off x="3703320" y="3063240"/>
            <a:ext cx="777240" cy="237744"/>
          </a:xfrm>
          <a:prstGeom prst="rightArrow">
            <a:avLst/>
          </a:prstGeom>
          <a:solidFill>
            <a:srgbClr val="E8590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66160" y="33101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 flipH="1">
            <a:off x="7635240" y="2423160"/>
            <a:ext cx="777240" cy="237744"/>
          </a:xfrm>
          <a:prstGeom prst="rightArrow">
            <a:avLst/>
          </a:prstGeom>
          <a:solidFill>
            <a:srgbClr val="E8590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67004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635240" y="3063240"/>
            <a:ext cx="777240" cy="237744"/>
          </a:xfrm>
          <a:prstGeom prst="rightArrow">
            <a:avLst/>
          </a:prstGeom>
          <a:solidFill>
            <a:srgbClr val="6D4A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498080" y="33101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1148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сама находит запись по вузу, программе и продукту; не нашлась — ждёт человека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Обратно уходит документ radar-vuzov/interaction@1: статус, ответственный, файлы, ключи связей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Отметка об отправке пишется в одной транзакции с изменением: откатилась — отправлять нечего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Получатель недоступен — повтор по расписанию, работа КАМа не ждёт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 чего это собрано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сервер, docker compose, наружу только 80 и 443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6D4A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— TLS, статика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900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Keycloak 26 — вход и роли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05740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2057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— FastAPI, uvicorn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9900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— arq, тот же образ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05740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1B21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2057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Состояние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9900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7413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 (S3)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38912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0120" y="45720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Резервные копии раз в сутки: дамп базы и зеркало файлов из MinIO — в один том, с проверкой восстановления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44068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без состояния: масштабируется копиями за тем же nginx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Очереди захватываются арендой и SKIP LOCKED — вторая копия воркера не отправит то же дважды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на /api/docs, контракт в репозитории, расхождение ловит CI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Нагрузка измерена, а не обещана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на данных стенда: 299 записей, 96 вузов, 10 548 метрик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EEF6EE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пользователей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874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6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386,59 мс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1 с ✓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0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ошибок из 21 048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60120" y="28986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пользователей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2880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1,15 с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упирается база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29260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ошибок из 24 996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0120" y="39044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пользователей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3886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1,87 с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копии API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ошибок из 40 872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60120" y="49103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отчётов разом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4892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 мс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доходят до done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4937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цикл до 4,3 с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8978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не отказывает, а замедляется: узкое горлышко — база (420 % CPU против 6 % у Redis). План на 300+: разнести базу и приложение, PgBouncer, копии API и воркера, реплика для чтения.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152-ФЗ — не абзац в документе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Меры, у каждой из которых есть место в коде и тест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47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проверяет сервер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1343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чужая запись — «не найдено», а не «нет прав»; тест на каждом методе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83680" y="1947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Персональные данные шифруются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31343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почта и телефон — Fernet; в списке адрес показан сокращённо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3364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ПДн пишется в аудит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3075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кто и когда открывал контакт; журнал только дозаписью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20040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83680" y="3364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не переписывается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73075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базы запрещает UPDATE и DELETE переходов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7823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Секреты — только в окружении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14807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базе хранится имя переменной, а не сам токен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461772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83680" y="47823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 проверяются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514807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pip-audit и gitleaks в CI; известных уязвимостей нет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готово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Процесс, радар, отчёты, рейтинг, интеграции, уведомления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 операций на 102 путях API, контракт, 332 теста, 46 таблиц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Руководства внутри продукта, диаграммы, разбор соответствия ТЗ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Демо-стенд на 351 записи поднимается одной командой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7315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дальше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630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Развернуть стенд: сервер и домен — единственное, чего нельзя закрыть кодом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Подключить оставшиеся экраны интерфейса по готовой постановке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Снять скриншоты новых экранов во встроенное руководство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Репозиторий, документация и демо-стенд — по ссылке из заявки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Спасибо. Готовы показать вживую любой сценарий.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Радар вузов — кейс №6 ЛЦТ 2026</dc:title>
  <dc:subject>PptxGenJS Presentation</dc:subject>
  <dc:creator>Команда «Радар вузов»</dc:creator>
  <cp:lastModifiedBy>Команда «Радар вузов»</cp:lastModifiedBy>
  <cp:revision>1</cp:revision>
  <dcterms:created xsi:type="dcterms:W3CDTF">2026-09-27T01:49:57Z</dcterms:created>
  <dcterms:modified xsi:type="dcterms:W3CDTF">2026-09-27T01:49:57Z</dcterms:modified>
</cp:coreProperties>
</file>